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269D8-18CA-7CF6-6748-7B3E842E4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ADBC73-17B6-4FFE-CD72-2B98C0859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D844BF-20DC-1911-64F5-DABEDAD34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2D4627-4423-4BFE-239A-F7A46BC9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DDF9AA-F446-5539-8017-C52315F3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81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95F13-4B9B-4417-F565-7B3C9946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494AA6-F7C3-EAA1-0C9C-CDF6F6457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F463C5-0929-6B86-D9B6-F193C336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0BE6-DAB1-C038-B850-2293329B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FBB1CC-2F6C-B8DD-1B46-346FC210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24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BA553-D447-FCFE-1913-51D07E34D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E44A15-D33F-46BF-4D8F-7AD449E00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6577BD-1EEF-2EF5-05BB-16AB68E5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7E48D6-4228-242C-C8D7-4B49A4C3F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630FE2-F4F1-F3B5-99B4-698AE8E9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33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8C7E5-EFDF-E6EE-3542-5B4F028A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764EF-C545-98EE-4B6F-CCDADC5BC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23509F-CEEB-FC40-4D29-F9DDED42B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F9E0C4-F402-F184-057C-3AE744E5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8FF37E-D76D-B35D-7980-61C1AFFB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3E21AB-2FE7-532E-9587-E4007E4B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60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4D3A1-944E-AD7C-8CE2-081F6843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43F6D4-6B9D-CF40-F778-13ACB1EBC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1DB1BF-7A84-5D0A-B043-7293BB8E7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D6C74-D3FA-7FF6-037A-3DA675C5F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CADE84-0CB3-145D-EAF6-FDF036CC5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D0E841-5843-D589-6091-3B39B9D9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2FA7F8-E3EA-33B2-527D-C170C156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51F71D-EB15-E018-F915-D9226567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80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38032-18E4-76CF-2D31-F709B467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A182F4-6FA5-9094-E50D-E7C4D50A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92100A-365A-AFB0-3373-C1C5EDEC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3A7BCF-22AC-54BA-64DC-CBFB109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74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0CEA08-E50F-9EF4-C9F0-D6FB180F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7D2D3D-E633-0B1B-6A2E-C175EAD6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114AA0-3D6F-DCF8-E942-98C7A7A6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05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EC785-1A22-4A5E-85E6-29AFC034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9377F-A4B5-AE2D-996D-A31FCC1AD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42E604-BFF2-3A54-D7DE-DB78BE9E3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77DD15-6AE8-CC32-46C7-3F554DD5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C248F-FB59-D1A4-E1DB-EF731F45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34D764-1D9F-0625-968E-06183445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06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7CA6C-423E-D4D4-8F42-C4C46B15C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7134A1-2AA2-5186-FDC5-38011E6AB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CD3438-B00E-1AE9-83B1-2447F9C01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1EA76D-2CB8-CF2A-FEDC-553034A1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D651CA-5001-B503-D0EE-B0B1818FB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57A88D-E731-F455-C459-D52B38FC2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32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6541E-F2E8-F69B-F02A-440289928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3F7D47-F022-D5DC-87C7-B5338EB9C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DA305-24BA-C480-A420-F61CB56E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EB5A6A-EE0B-C763-DAEC-46054FE10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E9EF3-5A04-E6E5-F25C-BA052966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174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047D7B-54AE-0513-A23C-B2E461DF8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A59550-B388-8F70-039F-883B6C48C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A213BE-F004-B838-87E0-B711E162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3CE321-DA05-B55E-8797-8BEBF703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A67601-7A08-0CF1-34E6-37E316F4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63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3B9064-30F6-3B05-C03A-796C9185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152CFF-8BCB-CEE1-CFFA-FC2AEED18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248E14-097C-A25F-F051-9909A8D78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761FC-1832-41AE-B3F1-476801A4CAA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4AF3D1-FD5A-B010-745D-18425D5FF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AFD2A5-9C5C-D3F4-FF03-3A7BEBEEF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BEE90-A5EA-42E1-B658-B156F856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8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nseofighting1234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79D872-BA3F-897B-27D0-8C5AEC107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5400"/>
              <a:t>LLM/MCP</a:t>
            </a:r>
            <a:r>
              <a:rPr lang="ko-KR" altLang="en-US" sz="5400"/>
              <a:t> 작동원리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B027E6-9B78-9540-27F2-188D08180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422" y="4970304"/>
            <a:ext cx="4700876" cy="1572768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>
                <a:hlinkClick r:id="rId2"/>
              </a:rPr>
              <a:t>minseofighting1234@gmail.com</a:t>
            </a:r>
            <a:endParaRPr lang="en-US" altLang="ko-KR" dirty="0"/>
          </a:p>
          <a:p>
            <a:pPr algn="l"/>
            <a:endParaRPr lang="en-US" altLang="ko-KR" dirty="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DECB1C-2122-9A40-86B6-6DB3E627D3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2" r="-2" b="-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38056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LLM/MCP 작동원리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강호 이</dc:creator>
  <cp:lastModifiedBy>민서 김</cp:lastModifiedBy>
  <cp:revision>2</cp:revision>
  <dcterms:created xsi:type="dcterms:W3CDTF">2025-11-13T12:04:29Z</dcterms:created>
  <dcterms:modified xsi:type="dcterms:W3CDTF">2025-11-14T06:34:06Z</dcterms:modified>
</cp:coreProperties>
</file>